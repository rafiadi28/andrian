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Alur Sistem Aplikasi Kredit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Presentasi interaktif untuk pimpinan</a:t>
            </a:r>
          </a:p>
          <a:p>
            <a:r>
              <a:t>Sistem approval kredit dengan compliance terintegrasi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6583680" y="5303520"/>
            <a:ext cx="1828800" cy="54864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Lihat Menu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Interaktif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Klik salah satu bagian untuk langsung menuju topik:</a:t>
            </a:r>
          </a:p>
          <a:p>
            <a:pPr>
              <a:defRPr sz="1800"/>
            </a:pPr>
            <a:r>
              <a:t>1. Inti Sistem</a:t>
            </a:r>
          </a:p>
          <a:p>
            <a:pPr>
              <a:defRPr sz="1800"/>
            </a:pPr>
            <a:r>
              <a:t>2. Alur Pengajuan</a:t>
            </a:r>
          </a:p>
          <a:p>
            <a:pPr>
              <a:defRPr sz="1800"/>
            </a:pPr>
            <a:r>
              <a:t>3. Approval Chain</a:t>
            </a:r>
          </a:p>
          <a:p>
            <a:pPr>
              <a:defRPr sz="1800"/>
            </a:pPr>
            <a:r>
              <a:t>4. Revisi &amp; Tolak</a:t>
            </a:r>
          </a:p>
          <a:p>
            <a:pPr>
              <a:defRPr sz="1800"/>
            </a:pPr>
            <a:r>
              <a:t>5. Nilai Bisnis</a:t>
            </a:r>
          </a:p>
          <a:p>
            <a:pPr>
              <a:defRPr sz="1800"/>
            </a:pPr>
            <a:r>
              <a:t>6. Diagram Alur Sistem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274320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Inti Sistem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4572000" y="274320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Alur Pengajuan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457200" y="356616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Approval Chain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572000" y="356616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Revisi &amp; Tolak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457200" y="438912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Nilai Bisnis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Inti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ini menangani seluruh proses pengajuan kredit: input analis, compliance, approval, dan cetak laporan.</a:t>
            </a:r>
          </a:p>
          <a:p>
            <a:pPr>
              <a:defRPr sz="1800"/>
            </a:pPr>
            <a:r>
              <a:t>Memastikan data credit scoring, cashflow, agunan, dan kepatuhan tersimpan lengkap.</a:t>
            </a:r>
          </a:p>
          <a:p>
            <a:pPr>
              <a:defRPr sz="1800"/>
            </a:pPr>
            <a:r>
              <a:t>Otomatis mengarahkan proses approval sesuai jabatan aktif dan batas nominal kredit.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Pengajuan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Analis mengisi data debitur, usaha, cashflow, neraca, dan agunan.</a:t>
            </a:r>
          </a:p>
          <a:p>
            <a:pPr>
              <a:defRPr sz="1800"/>
            </a:pPr>
            <a:r>
              <a:t>2. Data disimpan ke tabel pengajuan_kredit, analisa_neraca, assessment_kepatuhan, dan jaminan_.</a:t>
            </a:r>
          </a:p>
          <a:p>
            <a:pPr>
              <a:defRPr sz="1800"/>
            </a:pPr>
            <a:r>
              <a:t>3. Status berubah menjadi diajukan / proses, dan sistem mengarahkan ke tahap approval berikutnya.</a:t>
            </a:r>
          </a:p>
          <a:p>
            <a:pPr>
              <a:defRPr sz="1800"/>
            </a:pPr>
            <a:r>
              <a:t>4. Jika ada role tidak aktif, sistem auto-skip ke role berikutnya.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Approval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Alur default: Analis → Kasubag Analis → Kabag Kredit → Kadiv Bisnis → Direktur Utama.</a:t>
            </a:r>
          </a:p>
          <a:p>
            <a:pPr>
              <a:defRPr sz="1800"/>
            </a:pPr>
            <a:r>
              <a:t>Setiap role memiliki halaman kerja khusus untuk melihat pengajuan berdasarkan posisi_saat_ini.</a:t>
            </a:r>
          </a:p>
          <a:p>
            <a:pPr>
              <a:defRPr sz="1800"/>
            </a:pPr>
            <a:r>
              <a:t>Approval dicatat di tabel approval_kredit sebagai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 &amp; Tolak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Setuju: lanjut ke stage berikutnya atau selesai jika akhir chain.</a:t>
            </a:r>
          </a:p>
          <a:p>
            <a:pPr>
              <a:defRPr sz="1800"/>
            </a:pPr>
            <a:r>
              <a:t>Revisi: kembali ke analis, catatan revisi disimpan, analis dapat perbaiki dan submit ulang.</a:t>
            </a:r>
          </a:p>
          <a:p>
            <a:pPr>
              <a:defRPr sz="1800"/>
            </a:pPr>
            <a:r>
              <a:t>Tolak: status ditolak, analis dapat lihat alasan dan lakukan pengajuan ulang jika perlu.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Nilai Bisnis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mempercepat keputusan untuk kredit &lt; 500 juta dengan berhenti di Kadiv Bisnis.</a:t>
            </a:r>
          </a:p>
          <a:p>
            <a:pPr>
              <a:defRPr sz="1800"/>
            </a:pPr>
            <a:r>
              <a:t>Kredit ≥ 500 juta memerlukan approval final dari Direktur Utama.</a:t>
            </a:r>
          </a:p>
          <a:p>
            <a:pPr>
              <a:defRPr sz="1800"/>
            </a:pPr>
            <a:r>
              <a:t>Model ini menjaga keseimbangan antara efisiensi dan kontrol risiko.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Diagram Alur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Analis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848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Kasubag Analis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6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Kabag Kredit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7024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Kadiv Bisnis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Direktur Utama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85416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32504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79592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80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Pengajuan kredit diproses secara berjenjang dengan auto-skip jika jabatan tidak aktif, dan routing nominal &lt; 500 juta berhenti di Kadiv Bisnis.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6583680" y="5303520"/>
            <a:ext cx="1828800" cy="54864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Kembali ke 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